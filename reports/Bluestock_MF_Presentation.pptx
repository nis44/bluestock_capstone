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Bluestock MF Analytics Platform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ETL, SQL, Risk Metrics, EDA, Dashboard Assets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and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Unify fragmented AMFI, NAV, SIP, AUM, transaction, and benchmark data.</a:t>
            </a:r>
          </a:p>
          <a:p>
            <a:pPr>
              <a:defRPr sz="2000"/>
            </a:pPr>
            <a:r>
              <a:t>Build a repeatable analytics pipeline for mutual fund selection insights.</a:t>
            </a:r>
          </a:p>
          <a:p>
            <a:pPr>
              <a:defRPr sz="2000"/>
            </a:pPr>
            <a:r>
              <a:t>Create dashboard-ready outputs for executive review.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10 supplied datasets covering 40 schemes and 32,778 transactions.</a:t>
            </a:r>
          </a:p>
          <a:p>
            <a:pPr>
              <a:defRPr sz="2000"/>
            </a:pPr>
            <a:r>
              <a:t>Live NAV fetched from mfapi.in for six selected schemes.</a:t>
            </a:r>
          </a:p>
          <a:p>
            <a:pPr>
              <a:defRPr sz="2000"/>
            </a:pPr>
            <a:r>
              <a:t>Benchmarks include NIFTY50, NIFTY100, midcap, smallcap, and debt indices.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Python/Pandas ingestion and cleaning.</a:t>
            </a:r>
          </a:p>
          <a:p>
            <a:pPr>
              <a:defRPr sz="2000"/>
            </a:pPr>
            <a:r>
              <a:t>SQLite star-style schema with dimensions and fact tables.</a:t>
            </a:r>
          </a:p>
          <a:p>
            <a:pPr>
              <a:defRPr sz="2000"/>
            </a:pPr>
            <a:r>
              <a:t>Reports, charts, and dashboard extracts generated from processed data.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EDA: AUM by AMC</a:t>
            </a:r>
          </a:p>
        </p:txBody>
      </p:sp>
      <p:pic>
        <p:nvPicPr>
          <p:cNvPr id="3" name="Picture 2" descr="02_aum_growth_by_am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097280"/>
            <a:ext cx="8046720" cy="398158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EDA: SIP Inflow Trend</a:t>
            </a:r>
          </a:p>
        </p:txBody>
      </p:sp>
      <p:pic>
        <p:nvPicPr>
          <p:cNvPr id="3" name="Picture 2" descr="03_sip_inflow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097280"/>
            <a:ext cx="8046720" cy="39892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Performance: Fund vs Benchmark</a:t>
            </a:r>
          </a:p>
        </p:txBody>
      </p:sp>
      <p:pic>
        <p:nvPicPr>
          <p:cNvPr id="3" name="Picture 2" descr="16_top5_funds_vs_benchmar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097280"/>
            <a:ext cx="8046720" cy="428792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Performance: Return vs Risk</a:t>
            </a:r>
          </a:p>
        </p:txBody>
      </p:sp>
      <p:pic>
        <p:nvPicPr>
          <p:cNvPr id="3" name="Picture 2" descr="12_return_vs_risk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097280"/>
            <a:ext cx="8046720" cy="508311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Advanced: Rolling Sharpe</a:t>
            </a:r>
          </a:p>
        </p:txBody>
      </p:sp>
      <p:pic>
        <p:nvPicPr>
          <p:cNvPr id="3" name="Picture 2" descr="17_rolling_90d_shar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097280"/>
            <a:ext cx="8046720" cy="429420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Advanced: Sector Concentration</a:t>
            </a:r>
          </a:p>
        </p:txBody>
      </p:sp>
      <p:pic>
        <p:nvPicPr>
          <p:cNvPr id="3" name="Picture 2" descr="18_sector_concentration_hh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097280"/>
            <a:ext cx="8046720" cy="464544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 Pages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Industry Overview: AUM, SIP, folios, AMC comparison.</a:t>
            </a:r>
          </a:p>
          <a:p>
            <a:pPr>
              <a:defRPr sz="2000"/>
            </a:pPr>
            <a:r>
              <a:t>Fund Performance: scorecard, risk-return plot, benchmark tracking.</a:t>
            </a:r>
          </a:p>
          <a:p>
            <a:pPr>
              <a:defRPr sz="2000"/>
            </a:pPr>
            <a:r>
              <a:t>Investor Analytics: state, city tier, age, transaction type.</a:t>
            </a:r>
          </a:p>
          <a:p>
            <a:pPr>
              <a:defRPr sz="2000"/>
            </a:pPr>
            <a:r>
              <a:t>SIP and Market Trends: inflows, category heatmap, index overlay.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Scorecard combines return, Sharpe, alpha, expense ratio, and drawdown.</a:t>
            </a:r>
          </a:p>
          <a:p>
            <a:pPr>
              <a:defRPr sz="2000"/>
            </a:pPr>
            <a:r>
              <a:t>Investor analytics supports segmentation by geography and demographics.</a:t>
            </a:r>
          </a:p>
          <a:p>
            <a:pPr>
              <a:defRPr sz="2000"/>
            </a:pPr>
            <a:r>
              <a:t>Risk metrics help avoid judging funds only by raw returns.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